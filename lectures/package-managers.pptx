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2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5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11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2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98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98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54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8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5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3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35804-674B-654E-8A5E-2C79AA60560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FF317-9C8F-C942-8FE0-E65C625B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5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rew.sh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065CE-4195-85BD-D995-D4731DAF8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74572"/>
            <a:ext cx="7772400" cy="66761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Installing and using packages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78320-084E-11CD-8AEA-06C78E711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70" y="1387647"/>
            <a:ext cx="4167130" cy="4969086"/>
          </a:xfrm>
        </p:spPr>
        <p:txBody>
          <a:bodyPr>
            <a:normAutofit/>
          </a:bodyPr>
          <a:lstStyle/>
          <a:p>
            <a:pPr algn="l"/>
            <a:r>
              <a:rPr lang="en-US" b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Mac OS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homebrew</a:t>
            </a:r>
          </a:p>
          <a:p>
            <a:pPr marL="809625" indent="-284163" algn="l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general purpose</a:t>
            </a:r>
          </a:p>
          <a:p>
            <a:pPr marL="809625" indent="-284163" algn="l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Python and more</a:t>
            </a:r>
          </a:p>
          <a:p>
            <a:pPr marL="809625" indent="-284163" algn="l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https://brew.sh/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and follow the instructions</a:t>
            </a:r>
          </a:p>
          <a:p>
            <a:pPr marL="466725" indent="-457200" algn="l">
              <a:buFont typeface="+mj-lt"/>
              <a:buAutoNum type="arabicPeriod" startAt="2"/>
            </a:pP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pip3</a:t>
            </a:r>
          </a:p>
          <a:p>
            <a:pPr marL="809625" indent="-295275" algn="l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Python-specific</a:t>
            </a:r>
          </a:p>
          <a:p>
            <a:pPr marL="809625" indent="-295275" algn="l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pip3 install &lt;package-name&gt;</a:t>
            </a:r>
          </a:p>
          <a:p>
            <a:pPr marL="809625" indent="-295275" algn="l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D6B616E-099C-7126-70CF-E1D5EFAA9082}"/>
              </a:ext>
            </a:extLst>
          </p:cNvPr>
          <p:cNvSpPr txBox="1">
            <a:spLocks/>
          </p:cNvSpPr>
          <p:nvPr/>
        </p:nvSpPr>
        <p:spPr>
          <a:xfrm>
            <a:off x="4787747" y="1407845"/>
            <a:ext cx="4167130" cy="4969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Windows (virtual) and Linux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apt</a:t>
            </a:r>
          </a:p>
          <a:p>
            <a:pPr algn="l"/>
            <a:r>
              <a:rPr lang="en-US" sz="13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3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apt install python3-&lt;package-name&gt;</a:t>
            </a:r>
          </a:p>
          <a:p>
            <a:pPr algn="l"/>
            <a:endParaRPr lang="en-US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(note: no braces &lt;&gt;)</a:t>
            </a:r>
          </a:p>
          <a:p>
            <a:pPr algn="l"/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l">
              <a:buFont typeface="+mj-lt"/>
              <a:buAutoNum type="arabicPeriod" startAt="2"/>
            </a:pP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pip3</a:t>
            </a:r>
          </a:p>
          <a:p>
            <a:pPr marL="809625" indent="-339725" algn="l">
              <a:buFont typeface="Arial" panose="020B0604020202020204" pitchFamily="34" charset="0"/>
              <a:buChar char="•"/>
            </a:pP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apt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is “smarter”, so use it if you can</a:t>
            </a:r>
          </a:p>
        </p:txBody>
      </p:sp>
    </p:spTree>
    <p:extLst>
      <p:ext uri="{BB962C8B-B14F-4D97-AF65-F5344CB8AC3E}">
        <p14:creationId xmlns:p14="http://schemas.microsoft.com/office/powerpoint/2010/main" val="86362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61</Words>
  <Application>Microsoft Macintosh PowerPoint</Application>
  <PresentationFormat>On-screen Show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 Light</vt:lpstr>
      <vt:lpstr>Courier New</vt:lpstr>
      <vt:lpstr>Office Theme</vt:lpstr>
      <vt:lpstr>Installing and using packages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Alverson</dc:creator>
  <cp:lastModifiedBy>Andrew Alverson</cp:lastModifiedBy>
  <cp:revision>1</cp:revision>
  <dcterms:created xsi:type="dcterms:W3CDTF">2026-04-06T13:48:58Z</dcterms:created>
  <dcterms:modified xsi:type="dcterms:W3CDTF">2026-04-06T14:09:56Z</dcterms:modified>
</cp:coreProperties>
</file>