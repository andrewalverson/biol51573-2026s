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8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1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30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12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4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6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8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0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51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68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4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C1442-4046-C242-ACD8-5F8CFA1993B5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9B4D7-44D6-2D40-B042-1120A820E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5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A706E6-A227-1DF6-CBE7-7956F25C3261}"/>
              </a:ext>
            </a:extLst>
          </p:cNvPr>
          <p:cNvSpPr txBox="1"/>
          <p:nvPr/>
        </p:nvSpPr>
        <p:spPr>
          <a:xfrm>
            <a:off x="495759" y="1112705"/>
            <a:ext cx="805333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write a standalone Python script called `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write_slurm.py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` that you will run each time you need to run a job on the cluster 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through a set of very simple print statements, the Python script will output a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slurm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script</a:t>
            </a:r>
          </a:p>
          <a:p>
            <a:pPr marL="342900" indent="-342900"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you need to define several variables:</a:t>
            </a:r>
          </a:p>
          <a:p>
            <a:pPr marL="1093788" lvl="1" indent="-350838">
              <a:buFont typeface="Wingdings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job name</a:t>
            </a:r>
          </a:p>
          <a:p>
            <a:pPr marL="1093788" lvl="1" indent="-350838">
              <a:buFont typeface="Wingdings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number of hours</a:t>
            </a:r>
          </a:p>
          <a:p>
            <a:pPr marL="1093788" lvl="1" indent="-350838">
              <a:buFont typeface="Wingdings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queue name (e.g., comp06, comp72, cloud72)</a:t>
            </a:r>
          </a:p>
          <a:p>
            <a:pPr marL="1093788" lvl="1" indent="-350838">
              <a:buFont typeface="Wingdings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email address</a:t>
            </a:r>
          </a:p>
          <a:p>
            <a:pPr marL="352425" indent="-34290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you’ll immediately notice some deficiencies, but that’s okay for now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for serial jobs: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qos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"cloud”, -p cloud72, -q cloud, -N 1, -n 1, -c 1</a:t>
            </a:r>
          </a:p>
          <a:p>
            <a:pPr marL="9525"/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525"/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When the script is done, run it to generate the skeleton of your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slurm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script, then edit necessary to do the following:</a:t>
            </a:r>
          </a:p>
          <a:p>
            <a:pPr marL="1093788" indent="-284163">
              <a:buFont typeface="Wingdings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load the blast module</a:t>
            </a:r>
          </a:p>
          <a:p>
            <a:pPr marL="1093788" indent="-284163">
              <a:buFont typeface="Wingdings" pitchFamily="2" charset="2"/>
              <a:buChar char="Ø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blast `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watermelon.fsa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` against itself with the command:</a:t>
            </a:r>
          </a:p>
          <a:p>
            <a:pPr marL="9525"/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`</a:t>
            </a:r>
            <a:r>
              <a:rPr lang="en-US" sz="14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blastn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–query </a:t>
            </a:r>
            <a:r>
              <a:rPr lang="en-US" sz="14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watermelon.fsa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–subject </a:t>
            </a:r>
            <a:r>
              <a:rPr lang="en-US" sz="14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watermelon.fsa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sz="14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wat.vs.wat.blastn</a:t>
            </a:r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`</a:t>
            </a:r>
          </a:p>
          <a:p>
            <a:pPr marL="9525"/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525"/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Show me that your script works and your job ran.</a:t>
            </a:r>
          </a:p>
          <a:p>
            <a:pPr marL="285750"/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1555D-FA1D-6FAD-E11F-6FA3197BDA38}"/>
              </a:ext>
            </a:extLst>
          </p:cNvPr>
          <p:cNvSpPr txBox="1"/>
          <p:nvPr/>
        </p:nvSpPr>
        <p:spPr>
          <a:xfrm>
            <a:off x="495759" y="418641"/>
            <a:ext cx="1806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16-Mar-2026</a:t>
            </a:r>
          </a:p>
        </p:txBody>
      </p:sp>
    </p:spTree>
    <p:extLst>
      <p:ext uri="{BB962C8B-B14F-4D97-AF65-F5344CB8AC3E}">
        <p14:creationId xmlns:p14="http://schemas.microsoft.com/office/powerpoint/2010/main" val="533618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184</Words>
  <Application>Microsoft Macintosh PowerPoint</Application>
  <PresentationFormat>On-screen Show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 Light</vt:lpstr>
      <vt:lpstr>Courier New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Alverson</dc:creator>
  <cp:lastModifiedBy>Andrew Alverson</cp:lastModifiedBy>
  <cp:revision>2</cp:revision>
  <dcterms:created xsi:type="dcterms:W3CDTF">2026-03-16T13:30:07Z</dcterms:created>
  <dcterms:modified xsi:type="dcterms:W3CDTF">2026-03-16T14:45:57Z</dcterms:modified>
</cp:coreProperties>
</file>